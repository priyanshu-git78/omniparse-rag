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3600" b="1">
                <a:solidFill>
                  <a:srgbClr val="0B2545"/>
                </a:solidFill>
                <a:latin typeface="Arial"/>
              </a:rPr>
              <a:t>APEXLOGIX TECH ROADMAP 2026</a:t>
            </a:r>
          </a:p>
          <a:p>
            <a:pPr algn="l"/>
            <a:r>
              <a:rPr sz="1800">
                <a:solidFill>
                  <a:srgbClr val="505050"/>
                </a:solidFill>
                <a:latin typeface="Arial"/>
              </a:rPr>
              <a:t>Engineering Milestones and Architecture Evolution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545"/>
                </a:solidFill>
                <a:latin typeface="Arial"/>
              </a:rPr>
              <a:t>Core Platform Microservices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Decoupled telemetry ingestion uses high-speed MQTT brokers.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Client requests route through an Auth-secured API Gateway.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Postgres stores core configuration; TimescaleDB logs robot metrics.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Redis cache reduces db load by 60% for frequent routing requests.</a:t>
            </a:r>
          </a:p>
        </p:txBody>
      </p:sp>
      <p:pic>
        <p:nvPicPr>
          <p:cNvPr id="5" name="Picture 4" descr="tech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35511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545"/>
                </a:solidFill>
                <a:latin typeface="Arial"/>
              </a:rPr>
              <a:t>Product &amp; Tech Roadmap 2026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Q1 2026: Rollout multi-cloud active-active failover for Kubernetes cluster.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Q2 2026: Ingestion v2 launch supporting up to 50,000 concurrent robot telemetry feeds.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Q3 2026: Autonomous Drone pathing collision avoidance pilot program in Phoenix.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Q4 2026: Edge Compute controller nodes deployment in global logistics centers.</a:t>
            </a:r>
          </a:p>
        </p:txBody>
      </p:sp>
      <p:pic>
        <p:nvPicPr>
          <p:cNvPr id="5" name="Picture 4" descr="tech_roadm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20835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