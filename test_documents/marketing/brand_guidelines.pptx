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3600" b="1">
                <a:solidFill>
                  <a:srgbClr val="0B2545"/>
                </a:solidFill>
                <a:latin typeface="Arial"/>
              </a:rPr>
              <a:t>APEXLOGIX BRAND IDENTITY</a:t>
            </a:r>
          </a:p>
          <a:p>
            <a:pPr algn="l"/>
            <a:r>
              <a:rPr sz="1800">
                <a:solidFill>
                  <a:srgbClr val="505050"/>
                </a:solidFill>
                <a:latin typeface="Arial"/>
              </a:rPr>
              <a:t>Core Standards and Styling Guidelines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Our Core Philosophy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ApexLogix is the intelligence behind modern logistics systems.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Brand Voice: Professional, engineering-driven, reliable, yet forward-looking.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Tagline: 'Intelligence In Motion.'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Target Audience: Enterprise COO's, VP's of Supply Chain, and Warehouse Operations Directors.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ApexLogix Color Palette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Primary hex codes should always guide user interface design and documents.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Maintain high-contrast ratios between background colors and copy.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Do not use secondary accent colors for more than 15% of page content.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46304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Color Name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Hex Value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Usage Rule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Deep Navy 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#0B2545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Dominant color for headers, logos, and heavy text.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Classic Tech 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#134074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Secondary color for sub-headers and active icons.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Steel Grey Accent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#8DA9C4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Muted color for backgrounds and table borders.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Apex 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#FF6600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Call to Action color; used sparingly for milestones and emphasis.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