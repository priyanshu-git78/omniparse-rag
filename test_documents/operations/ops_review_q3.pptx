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3600" b="1">
                <a:solidFill>
                  <a:srgbClr val="0B2545"/>
                </a:solidFill>
                <a:latin typeface="Arial"/>
              </a:rPr>
              <a:t>OPERATIONS REVIEW Q3 2025</a:t>
            </a:r>
          </a:p>
          <a:p>
            <a:pPr algn="l"/>
            <a:r>
              <a:rPr sz="1800">
                <a:solidFill>
                  <a:srgbClr val="505050"/>
                </a:solidFill>
                <a:latin typeface="Arial"/>
              </a:rPr>
              <a:t>Fulfillment Operations and Robot Fleet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Operations Performance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Fleet utilization exceeded 94% across all customer sites during Q3.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Total items picked grew by 42% YoY due to path planning updates.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Supplier lead time remains a bottleneck for brushless motors (RL-202) at 30 days.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Safety incidents: 0 reportable safety events across all deployments.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Logistics Pick Rate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West Coast Port (LA) fleet reached a record peak of 70 picks/hour in Dec.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East Coast Hub (NY) showed consistent gains after introducing pathing SOPs.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Midwest Logistics (CHI) remains stable but requires lidar sensor recalibration.</a:t>
            </a:r>
          </a:p>
        </p:txBody>
      </p:sp>
      <p:pic>
        <p:nvPicPr>
          <p:cNvPr id="5" name="Picture 4" descr="ops_pick_rat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2822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